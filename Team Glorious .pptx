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cce89f5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cce89f5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cce89f5e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cce89f5e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cce89f5e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cce89f5e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cce89f5e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cce89f5e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BIBLE TRIVIA GAME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By: Fiyin, Ewa, Zion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did it?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cxv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26663" l="12406" r="12225" t="22042"/>
          <a:stretch/>
        </p:blipFill>
        <p:spPr>
          <a:xfrm>
            <a:off x="3158175" y="1362375"/>
            <a:ext cx="5306102" cy="28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071275" y="1892950"/>
            <a:ext cx="821700" cy="41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186150" y="2285400"/>
            <a:ext cx="249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This code detects </a:t>
            </a:r>
            <a:r>
              <a:rPr lang="en" sz="1800">
                <a:solidFill>
                  <a:schemeClr val="dk1"/>
                </a:solidFill>
              </a:rPr>
              <a:t>correct</a:t>
            </a:r>
            <a:r>
              <a:rPr lang="en" sz="1800">
                <a:solidFill>
                  <a:schemeClr val="dk1"/>
                </a:solidFill>
              </a:rPr>
              <a:t> answers to </a:t>
            </a:r>
            <a:r>
              <a:rPr lang="en" sz="1800">
                <a:solidFill>
                  <a:schemeClr val="dk1"/>
                </a:solidFill>
              </a:rPr>
              <a:t>display</a:t>
            </a:r>
            <a:r>
              <a:rPr lang="en" sz="1800">
                <a:solidFill>
                  <a:schemeClr val="dk1"/>
                </a:solidFill>
              </a:rPr>
              <a:t> the next </a:t>
            </a:r>
            <a:r>
              <a:rPr lang="en" sz="1800">
                <a:solidFill>
                  <a:schemeClr val="dk1"/>
                </a:solidFill>
              </a:rPr>
              <a:t>question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26663" l="12406" r="12225" t="22042"/>
          <a:stretch/>
        </p:blipFill>
        <p:spPr>
          <a:xfrm>
            <a:off x="3363575" y="1379475"/>
            <a:ext cx="5306102" cy="28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2918550" y="1850150"/>
            <a:ext cx="821700" cy="41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26663" l="12406" r="12225" t="22042"/>
          <a:stretch/>
        </p:blipFill>
        <p:spPr>
          <a:xfrm>
            <a:off x="3363575" y="1379475"/>
            <a:ext cx="5306102" cy="28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2850100" y="2571750"/>
            <a:ext cx="821700" cy="41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3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26663" l="12406" r="12225" t="22042"/>
          <a:stretch/>
        </p:blipFill>
        <p:spPr>
          <a:xfrm>
            <a:off x="3363575" y="1379475"/>
            <a:ext cx="5306102" cy="28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2935700" y="3350550"/>
            <a:ext cx="821700" cy="41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