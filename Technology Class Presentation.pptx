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81fffd2b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81fffd2b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81fffd2b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81fffd2b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Technology Class Presentation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By Kiki, Adebola, and Israel. KAI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Screenshot 2026-06-03 1331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25" y="166750"/>
            <a:ext cx="9144000" cy="365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This is the Code we made for our project (Bible Trivia) In JupyterLab.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